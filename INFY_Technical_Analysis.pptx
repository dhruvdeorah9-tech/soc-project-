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solidFill>
              <a:srgbClr val="475569"/>
            </a:solidFill>
            <a:ln w="28575" cap="flat">
              <a:solidFill>
                <a:srgbClr val="4755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21-05</c:v>
                  </c:pt>
                  <c:pt idx="1">
                    <c:v>22-05</c:v>
                  </c:pt>
                  <c:pt idx="2">
                    <c:v>25-05</c:v>
                  </c:pt>
                  <c:pt idx="3">
                    <c:v>26-05</c:v>
                  </c:pt>
                  <c:pt idx="4">
                    <c:v>27-05</c:v>
                  </c:pt>
                  <c:pt idx="5">
                    <c:v>29-05</c:v>
                  </c:pt>
                  <c:pt idx="6">
                    <c:v>01-06</c:v>
                  </c:pt>
                  <c:pt idx="7">
                    <c:v>02-06</c:v>
                  </c:pt>
                  <c:pt idx="8">
                    <c:v>03-06</c:v>
                  </c:pt>
                  <c:pt idx="9">
                    <c:v>04-06</c:v>
                  </c:pt>
                  <c:pt idx="10">
                    <c:v>05-06</c:v>
                  </c:pt>
                  <c:pt idx="11">
                    <c:v>08-06</c:v>
                  </c:pt>
                  <c:pt idx="12">
                    <c:v>09-06</c:v>
                  </c:pt>
                  <c:pt idx="13">
                    <c:v>10-06</c:v>
                  </c:pt>
                  <c:pt idx="14">
                    <c:v>11-06</c:v>
                  </c:pt>
                  <c:pt idx="15">
                    <c:v>12-06</c:v>
                  </c:pt>
                  <c:pt idx="16">
                    <c:v>15-06</c:v>
                  </c:pt>
                  <c:pt idx="17">
                    <c:v>16-06</c:v>
                  </c:pt>
                  <c:pt idx="18">
                    <c:v>17-06</c:v>
                  </c:pt>
                  <c:pt idx="19">
                    <c:v>18-06</c:v>
                  </c:pt>
                  <c:pt idx="20">
                    <c:v>19-06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1181.2</c:v>
                </c:pt>
                <c:pt idx="1">
                  <c:v>1174.5</c:v>
                </c:pt>
                <c:pt idx="2">
                  <c:v>1168.5</c:v>
                </c:pt>
                <c:pt idx="3">
                  <c:v>1167.7</c:v>
                </c:pt>
                <c:pt idx="4">
                  <c:v>1159.9</c:v>
                </c:pt>
                <c:pt idx="5">
                  <c:v>1160.9</c:v>
                </c:pt>
                <c:pt idx="6">
                  <c:v>1202.5</c:v>
                </c:pt>
                <c:pt idx="7">
                  <c:v>1270.8</c:v>
                </c:pt>
                <c:pt idx="8">
                  <c:v>1222.6</c:v>
                </c:pt>
                <c:pt idx="9">
                  <c:v>1201.3</c:v>
                </c:pt>
                <c:pt idx="10">
                  <c:v>1197.5</c:v>
                </c:pt>
                <c:pt idx="11">
                  <c:v>1187.6</c:v>
                </c:pt>
                <c:pt idx="12">
                  <c:v>1180.3</c:v>
                </c:pt>
                <c:pt idx="13">
                  <c:v>1145.3</c:v>
                </c:pt>
                <c:pt idx="14">
                  <c:v>1114.6</c:v>
                </c:pt>
                <c:pt idx="15">
                  <c:v>1116.4</c:v>
                </c:pt>
                <c:pt idx="16">
                  <c:v>1134.9</c:v>
                </c:pt>
                <c:pt idx="17">
                  <c:v>1143.6</c:v>
                </c:pt>
                <c:pt idx="18">
                  <c:v>1157.7</c:v>
                </c:pt>
                <c:pt idx="19">
                  <c:v>1127.5</c:v>
                </c:pt>
                <c:pt idx="20">
                  <c:v>1051.4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 (5)</c:v>
                </c:pt>
              </c:strCache>
            </c:strRef>
          </c:tx>
          <c:spPr>
            <a:solidFill>
              <a:srgbClr val="1B998B"/>
            </a:solidFill>
            <a:ln w="28575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21-05</c:v>
                  </c:pt>
                  <c:pt idx="1">
                    <c:v>22-05</c:v>
                  </c:pt>
                  <c:pt idx="2">
                    <c:v>25-05</c:v>
                  </c:pt>
                  <c:pt idx="3">
                    <c:v>26-05</c:v>
                  </c:pt>
                  <c:pt idx="4">
                    <c:v>27-05</c:v>
                  </c:pt>
                  <c:pt idx="5">
                    <c:v>29-05</c:v>
                  </c:pt>
                  <c:pt idx="6">
                    <c:v>01-06</c:v>
                  </c:pt>
                  <c:pt idx="7">
                    <c:v>02-06</c:v>
                  </c:pt>
                  <c:pt idx="8">
                    <c:v>03-06</c:v>
                  </c:pt>
                  <c:pt idx="9">
                    <c:v>04-06</c:v>
                  </c:pt>
                  <c:pt idx="10">
                    <c:v>05-06</c:v>
                  </c:pt>
                  <c:pt idx="11">
                    <c:v>08-06</c:v>
                  </c:pt>
                  <c:pt idx="12">
                    <c:v>09-06</c:v>
                  </c:pt>
                  <c:pt idx="13">
                    <c:v>10-06</c:v>
                  </c:pt>
                  <c:pt idx="14">
                    <c:v>11-06</c:v>
                  </c:pt>
                  <c:pt idx="15">
                    <c:v>12-06</c:v>
                  </c:pt>
                  <c:pt idx="16">
                    <c:v>15-06</c:v>
                  </c:pt>
                  <c:pt idx="17">
                    <c:v>16-06</c:v>
                  </c:pt>
                  <c:pt idx="18">
                    <c:v>17-06</c:v>
                  </c:pt>
                  <c:pt idx="19">
                    <c:v>18-06</c:v>
                  </c:pt>
                  <c:pt idx="20">
                    <c:v>19-06</c:v>
                  </c:pt>
                </c:lvl>
              </c:multiLvlStrCache>
            </c:multiLvlStrRef>
          </c:cat>
          <c:val>
            <c:numRef>
              <c:f>Sheet1!$C$2:$C$22</c:f>
              <c:numCache>
                <c:formatCode>General</c:formatCode>
                <c:ptCount val="2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1170.36</c:v>
                </c:pt>
                <c:pt idx="5">
                  <c:v>1166.3</c:v>
                </c:pt>
                <c:pt idx="6">
                  <c:v>1171.9</c:v>
                </c:pt>
                <c:pt idx="7">
                  <c:v>1192.36</c:v>
                </c:pt>
                <c:pt idx="8">
                  <c:v>1203.34</c:v>
                </c:pt>
                <c:pt idx="9">
                  <c:v>1211.62</c:v>
                </c:pt>
                <c:pt idx="10">
                  <c:v>1218.94</c:v>
                </c:pt>
                <c:pt idx="11">
                  <c:v>1215.96</c:v>
                </c:pt>
                <c:pt idx="12">
                  <c:v>1197.86</c:v>
                </c:pt>
                <c:pt idx="13">
                  <c:v>1182.4</c:v>
                </c:pt>
                <c:pt idx="14">
                  <c:v>1165.06</c:v>
                </c:pt>
                <c:pt idx="15">
                  <c:v>1148.84</c:v>
                </c:pt>
                <c:pt idx="16">
                  <c:v>1138.3</c:v>
                </c:pt>
                <c:pt idx="17">
                  <c:v>1130.96</c:v>
                </c:pt>
                <c:pt idx="18">
                  <c:v>1133.44</c:v>
                </c:pt>
                <c:pt idx="19">
                  <c:v>1136.02</c:v>
                </c:pt>
                <c:pt idx="20">
                  <c:v>1123.02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EMA (5)</c:v>
                </c:pt>
              </c:strCache>
            </c:strRef>
          </c:tx>
          <c:spPr>
            <a:solidFill>
              <a:srgbClr val="C8553D"/>
            </a:solidFill>
            <a:ln w="28575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21-05</c:v>
                  </c:pt>
                  <c:pt idx="1">
                    <c:v>22-05</c:v>
                  </c:pt>
                  <c:pt idx="2">
                    <c:v>25-05</c:v>
                  </c:pt>
                  <c:pt idx="3">
                    <c:v>26-05</c:v>
                  </c:pt>
                  <c:pt idx="4">
                    <c:v>27-05</c:v>
                  </c:pt>
                  <c:pt idx="5">
                    <c:v>29-05</c:v>
                  </c:pt>
                  <c:pt idx="6">
                    <c:v>01-06</c:v>
                  </c:pt>
                  <c:pt idx="7">
                    <c:v>02-06</c:v>
                  </c:pt>
                  <c:pt idx="8">
                    <c:v>03-06</c:v>
                  </c:pt>
                  <c:pt idx="9">
                    <c:v>04-06</c:v>
                  </c:pt>
                  <c:pt idx="10">
                    <c:v>05-06</c:v>
                  </c:pt>
                  <c:pt idx="11">
                    <c:v>08-06</c:v>
                  </c:pt>
                  <c:pt idx="12">
                    <c:v>09-06</c:v>
                  </c:pt>
                  <c:pt idx="13">
                    <c:v>10-06</c:v>
                  </c:pt>
                  <c:pt idx="14">
                    <c:v>11-06</c:v>
                  </c:pt>
                  <c:pt idx="15">
                    <c:v>12-06</c:v>
                  </c:pt>
                  <c:pt idx="16">
                    <c:v>15-06</c:v>
                  </c:pt>
                  <c:pt idx="17">
                    <c:v>16-06</c:v>
                  </c:pt>
                  <c:pt idx="18">
                    <c:v>17-06</c:v>
                  </c:pt>
                  <c:pt idx="19">
                    <c:v>18-06</c:v>
                  </c:pt>
                  <c:pt idx="20">
                    <c:v>19-06</c:v>
                  </c:pt>
                </c:lvl>
              </c:multiLvlStrCache>
            </c:multiLvlStrRef>
          </c:cat>
          <c:val>
            <c:numRef>
              <c:f>Sheet1!$D$2:$D$22</c:f>
              <c:numCache>
                <c:formatCode>General</c:formatCode>
                <c:ptCount val="21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1170.36</c:v>
                </c:pt>
                <c:pt idx="5">
                  <c:v>1167.21</c:v>
                </c:pt>
                <c:pt idx="6">
                  <c:v>1178.97</c:v>
                </c:pt>
                <c:pt idx="7">
                  <c:v>1209.58</c:v>
                </c:pt>
                <c:pt idx="8">
                  <c:v>1213.92</c:v>
                </c:pt>
                <c:pt idx="9">
                  <c:v>1209.71</c:v>
                </c:pt>
                <c:pt idx="10">
                  <c:v>1205.64</c:v>
                </c:pt>
                <c:pt idx="11">
                  <c:v>1199.63</c:v>
                </c:pt>
                <c:pt idx="12">
                  <c:v>1193.19</c:v>
                </c:pt>
                <c:pt idx="13">
                  <c:v>1177.22</c:v>
                </c:pt>
                <c:pt idx="14">
                  <c:v>1156.35</c:v>
                </c:pt>
                <c:pt idx="15">
                  <c:v>1143.03</c:v>
                </c:pt>
                <c:pt idx="16">
                  <c:v>1140.32</c:v>
                </c:pt>
                <c:pt idx="17">
                  <c:v>1141.41</c:v>
                </c:pt>
                <c:pt idx="18">
                  <c:v>1146.84</c:v>
                </c:pt>
                <c:pt idx="19">
                  <c:v>1140.4</c:v>
                </c:pt>
                <c:pt idx="20">
                  <c:v>1110.73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  <c:min val="1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RSI (14)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33.1</c:v>
                </c:pt>
                <c:pt idx="1">
                  <c:v>30.89</c:v>
                </c:pt>
                <c:pt idx="2">
                  <c:v>27.64</c:v>
                </c:pt>
                <c:pt idx="3">
                  <c:v>34.02</c:v>
                </c:pt>
                <c:pt idx="4">
                  <c:v>39.64</c:v>
                </c:pt>
                <c:pt idx="5">
                  <c:v>50.21</c:v>
                </c:pt>
                <c:pt idx="6">
                  <c:v>49.66</c:v>
                </c:pt>
                <c:pt idx="7">
                  <c:v>47.47</c:v>
                </c:pt>
                <c:pt idx="8">
                  <c:v>46.29</c:v>
                </c:pt>
                <c:pt idx="9">
                  <c:v>45.21</c:v>
                </c:pt>
                <c:pt idx="10">
                  <c:v>45.05</c:v>
                </c:pt>
                <c:pt idx="11">
                  <c:v>43.52</c:v>
                </c:pt>
                <c:pt idx="12">
                  <c:v>43.79</c:v>
                </c:pt>
                <c:pt idx="13">
                  <c:v>53.51</c:v>
                </c:pt>
                <c:pt idx="14">
                  <c:v>64.39</c:v>
                </c:pt>
                <c:pt idx="15">
                  <c:v>54.66</c:v>
                </c:pt>
                <c:pt idx="16">
                  <c:v>51</c:v>
                </c:pt>
                <c:pt idx="17">
                  <c:v>50.35</c:v>
                </c:pt>
                <c:pt idx="18">
                  <c:v>48.61</c:v>
                </c:pt>
                <c:pt idx="19">
                  <c:v>47.32</c:v>
                </c:pt>
                <c:pt idx="20">
                  <c:v>41.6</c:v>
                </c:pt>
                <c:pt idx="21">
                  <c:v>37.34</c:v>
                </c:pt>
                <c:pt idx="22">
                  <c:v>37.74</c:v>
                </c:pt>
                <c:pt idx="23">
                  <c:v>41.88</c:v>
                </c:pt>
                <c:pt idx="24">
                  <c:v>43.77</c:v>
                </c:pt>
                <c:pt idx="25">
                  <c:v>46.79</c:v>
                </c:pt>
                <c:pt idx="26">
                  <c:v>41.63</c:v>
                </c:pt>
                <c:pt idx="27">
                  <c:v>32.04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Overbought (70)</c:v>
                </c:pt>
              </c:strCache>
            </c:strRef>
          </c:tx>
          <c:spPr>
            <a:solidFill>
              <a:srgbClr val="C8553D"/>
            </a:solidFill>
            <a:ln w="254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70</c:v>
                </c:pt>
                <c:pt idx="12">
                  <c:v>70</c:v>
                </c:pt>
                <c:pt idx="13">
                  <c:v>70</c:v>
                </c:pt>
                <c:pt idx="14">
                  <c:v>70</c:v>
                </c:pt>
                <c:pt idx="15">
                  <c:v>70</c:v>
                </c:pt>
                <c:pt idx="16">
                  <c:v>70</c:v>
                </c:pt>
                <c:pt idx="17">
                  <c:v>70</c:v>
                </c:pt>
                <c:pt idx="18">
                  <c:v>70</c:v>
                </c:pt>
                <c:pt idx="19">
                  <c:v>70</c:v>
                </c:pt>
                <c:pt idx="20">
                  <c:v>70</c:v>
                </c:pt>
                <c:pt idx="21">
                  <c:v>70</c:v>
                </c:pt>
                <c:pt idx="22">
                  <c:v>70</c:v>
                </c:pt>
                <c:pt idx="23">
                  <c:v>70</c:v>
                </c:pt>
                <c:pt idx="24">
                  <c:v>70</c:v>
                </c:pt>
                <c:pt idx="25">
                  <c:v>70</c:v>
                </c:pt>
                <c:pt idx="26">
                  <c:v>70</c:v>
                </c:pt>
                <c:pt idx="27">
                  <c:v>70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Oversold (30)</c:v>
                </c:pt>
              </c:strCache>
            </c:strRef>
          </c:tx>
          <c:spPr>
            <a:solidFill>
              <a:srgbClr val="1B998B"/>
            </a:solidFill>
            <a:ln w="2540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  <c:pt idx="6">
                  <c:v>30</c:v>
                </c:pt>
                <c:pt idx="7">
                  <c:v>30</c:v>
                </c:pt>
                <c:pt idx="8">
                  <c:v>30</c:v>
                </c:pt>
                <c:pt idx="9">
                  <c:v>30</c:v>
                </c:pt>
                <c:pt idx="10">
                  <c:v>30</c:v>
                </c:pt>
                <c:pt idx="11">
                  <c:v>30</c:v>
                </c:pt>
                <c:pt idx="12">
                  <c:v>30</c:v>
                </c:pt>
                <c:pt idx="13">
                  <c:v>30</c:v>
                </c:pt>
                <c:pt idx="14">
                  <c:v>30</c:v>
                </c:pt>
                <c:pt idx="15">
                  <c:v>30</c:v>
                </c:pt>
                <c:pt idx="16">
                  <c:v>30</c:v>
                </c:pt>
                <c:pt idx="17">
                  <c:v>30</c:v>
                </c:pt>
                <c:pt idx="18">
                  <c:v>30</c:v>
                </c:pt>
                <c:pt idx="19">
                  <c:v>30</c:v>
                </c:pt>
                <c:pt idx="20">
                  <c:v>30</c:v>
                </c:pt>
                <c:pt idx="21">
                  <c:v>30</c:v>
                </c:pt>
                <c:pt idx="22">
                  <c:v>30</c:v>
                </c:pt>
                <c:pt idx="23">
                  <c:v>30</c:v>
                </c:pt>
                <c:pt idx="24">
                  <c:v>30</c:v>
                </c:pt>
                <c:pt idx="25">
                  <c:v>30</c:v>
                </c:pt>
                <c:pt idx="26">
                  <c:v>30</c:v>
                </c:pt>
                <c:pt idx="27">
                  <c:v>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MACD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-30.65</c:v>
                </c:pt>
                <c:pt idx="1">
                  <c:v>-33.14</c:v>
                </c:pt>
                <c:pt idx="2">
                  <c:v>-36.96</c:v>
                </c:pt>
                <c:pt idx="3">
                  <c:v>-37.61</c:v>
                </c:pt>
                <c:pt idx="4">
                  <c:v>-35.81</c:v>
                </c:pt>
                <c:pt idx="5">
                  <c:v>-29.66</c:v>
                </c:pt>
                <c:pt idx="6">
                  <c:v>-24.76</c:v>
                </c:pt>
                <c:pt idx="7">
                  <c:v>-21.63</c:v>
                </c:pt>
                <c:pt idx="8">
                  <c:v>-19.47</c:v>
                </c:pt>
                <c:pt idx="9">
                  <c:v>-18.04</c:v>
                </c:pt>
                <c:pt idx="10">
                  <c:v>-16.77</c:v>
                </c:pt>
                <c:pt idx="11">
                  <c:v>-16.21</c:v>
                </c:pt>
                <c:pt idx="12">
                  <c:v>-15.5</c:v>
                </c:pt>
                <c:pt idx="13">
                  <c:v>-11.45</c:v>
                </c:pt>
                <c:pt idx="14">
                  <c:v>-2.7</c:v>
                </c:pt>
                <c:pt idx="15">
                  <c:v>0.34</c:v>
                </c:pt>
                <c:pt idx="16">
                  <c:v>1.02</c:v>
                </c:pt>
                <c:pt idx="17">
                  <c:v>1.23</c:v>
                </c:pt>
                <c:pt idx="18">
                  <c:v>0.6</c:v>
                </c:pt>
                <c:pt idx="19">
                  <c:v>-0.48</c:v>
                </c:pt>
                <c:pt idx="20">
                  <c:v>-4.12</c:v>
                </c:pt>
                <c:pt idx="21">
                  <c:v>-9.37</c:v>
                </c:pt>
                <c:pt idx="22">
                  <c:v>-13.24</c:v>
                </c:pt>
                <c:pt idx="23">
                  <c:v>-14.64</c:v>
                </c:pt>
                <c:pt idx="24">
                  <c:v>-14.87</c:v>
                </c:pt>
                <c:pt idx="25">
                  <c:v>-13.76</c:v>
                </c:pt>
                <c:pt idx="26">
                  <c:v>-15.15</c:v>
                </c:pt>
                <c:pt idx="27">
                  <c:v>-22.13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C8553D"/>
            </a:solidFill>
            <a:ln w="25400" cap="flat">
              <a:solidFill>
                <a:srgbClr val="C855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553D"/>
              </a:solidFill>
              <a:ln w="9525" cap="flat">
                <a:solidFill>
                  <a:srgbClr val="C855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-24.55</c:v>
                </c:pt>
                <c:pt idx="1">
                  <c:v>-26.27</c:v>
                </c:pt>
                <c:pt idx="2">
                  <c:v>-28.41</c:v>
                </c:pt>
                <c:pt idx="3">
                  <c:v>-30.25</c:v>
                </c:pt>
                <c:pt idx="4">
                  <c:v>-31.36</c:v>
                </c:pt>
                <c:pt idx="5">
                  <c:v>-31.02</c:v>
                </c:pt>
                <c:pt idx="6">
                  <c:v>-29.77</c:v>
                </c:pt>
                <c:pt idx="7">
                  <c:v>-28.14</c:v>
                </c:pt>
                <c:pt idx="8">
                  <c:v>-26.41</c:v>
                </c:pt>
                <c:pt idx="9">
                  <c:v>-24.73</c:v>
                </c:pt>
                <c:pt idx="10">
                  <c:v>-23.14</c:v>
                </c:pt>
                <c:pt idx="11">
                  <c:v>-21.75</c:v>
                </c:pt>
                <c:pt idx="12">
                  <c:v>-20.5</c:v>
                </c:pt>
                <c:pt idx="13">
                  <c:v>-18.69</c:v>
                </c:pt>
                <c:pt idx="14">
                  <c:v>-15.5</c:v>
                </c:pt>
                <c:pt idx="15">
                  <c:v>-12.33</c:v>
                </c:pt>
                <c:pt idx="16">
                  <c:v>-9.66</c:v>
                </c:pt>
                <c:pt idx="17">
                  <c:v>-7.48</c:v>
                </c:pt>
                <c:pt idx="18">
                  <c:v>-5.86</c:v>
                </c:pt>
                <c:pt idx="19">
                  <c:v>-4.79</c:v>
                </c:pt>
                <c:pt idx="20">
                  <c:v>-4.66</c:v>
                </c:pt>
                <c:pt idx="21">
                  <c:v>-5.6</c:v>
                </c:pt>
                <c:pt idx="22">
                  <c:v>-7.13</c:v>
                </c:pt>
                <c:pt idx="23">
                  <c:v>-8.63</c:v>
                </c:pt>
                <c:pt idx="24">
                  <c:v>-9.88</c:v>
                </c:pt>
                <c:pt idx="25">
                  <c:v>-10.65</c:v>
                </c:pt>
                <c:pt idx="26">
                  <c:v>-11.55</c:v>
                </c:pt>
                <c:pt idx="27">
                  <c:v>-13.67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Centerline</c:v>
                </c:pt>
              </c:strCache>
            </c:strRef>
          </c:tx>
          <c:spPr>
            <a:solidFill>
              <a:srgbClr val="94A3B8"/>
            </a:solidFill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Upper Band</c:v>
                </c:pt>
              </c:strCache>
            </c:strRef>
          </c:tx>
          <c:spPr>
            <a:solidFill>
              <a:srgbClr val="94A3B8"/>
            </a:solidFill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1348.82</c:v>
                </c:pt>
                <c:pt idx="1">
                  <c:v>1344.36</c:v>
                </c:pt>
                <c:pt idx="2">
                  <c:v>1335.29</c:v>
                </c:pt>
                <c:pt idx="3">
                  <c:v>1317.82</c:v>
                </c:pt>
                <c:pt idx="4">
                  <c:v>1295.83</c:v>
                </c:pt>
                <c:pt idx="5">
                  <c:v>1273.38</c:v>
                </c:pt>
                <c:pt idx="6">
                  <c:v>1245.09</c:v>
                </c:pt>
                <c:pt idx="7">
                  <c:v>1225.93</c:v>
                </c:pt>
                <c:pt idx="8">
                  <c:v>1212.11</c:v>
                </c:pt>
                <c:pt idx="9">
                  <c:v>1212.8</c:v>
                </c:pt>
                <c:pt idx="10">
                  <c:v>1212.6</c:v>
                </c:pt>
                <c:pt idx="11">
                  <c:v>1212.8</c:v>
                </c:pt>
                <c:pt idx="12">
                  <c:v>1212.42</c:v>
                </c:pt>
                <c:pt idx="13">
                  <c:v>1215.83</c:v>
                </c:pt>
                <c:pt idx="14">
                  <c:v>1238.87</c:v>
                </c:pt>
                <c:pt idx="15">
                  <c:v>1244.91</c:v>
                </c:pt>
                <c:pt idx="16">
                  <c:v>1247.81</c:v>
                </c:pt>
                <c:pt idx="17">
                  <c:v>1250.21</c:v>
                </c:pt>
                <c:pt idx="18">
                  <c:v>1250.84</c:v>
                </c:pt>
                <c:pt idx="19">
                  <c:v>1251.04</c:v>
                </c:pt>
                <c:pt idx="20">
                  <c:v>1250.88</c:v>
                </c:pt>
                <c:pt idx="21">
                  <c:v>1251.68</c:v>
                </c:pt>
                <c:pt idx="22">
                  <c:v>1248.85</c:v>
                </c:pt>
                <c:pt idx="23">
                  <c:v>1247.51</c:v>
                </c:pt>
                <c:pt idx="24">
                  <c:v>1247.47</c:v>
                </c:pt>
                <c:pt idx="25">
                  <c:v>1245.26</c:v>
                </c:pt>
                <c:pt idx="26">
                  <c:v>1244.11</c:v>
                </c:pt>
                <c:pt idx="27">
                  <c:v>1253.94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Close</c:v>
                </c:pt>
              </c:strCache>
            </c:strRef>
          </c:tx>
          <c:spPr>
            <a:solidFill>
              <a:srgbClr val="1E2761"/>
            </a:solidFill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1140.3</c:v>
                </c:pt>
                <c:pt idx="1">
                  <c:v>1123.1</c:v>
                </c:pt>
                <c:pt idx="2">
                  <c:v>1095</c:v>
                </c:pt>
                <c:pt idx="3">
                  <c:v>1119</c:v>
                </c:pt>
                <c:pt idx="4">
                  <c:v>1142.5</c:v>
                </c:pt>
                <c:pt idx="5">
                  <c:v>1196.9</c:v>
                </c:pt>
                <c:pt idx="6">
                  <c:v>1193.7</c:v>
                </c:pt>
                <c:pt idx="7">
                  <c:v>1181.2</c:v>
                </c:pt>
                <c:pt idx="8">
                  <c:v>1174.5</c:v>
                </c:pt>
                <c:pt idx="9">
                  <c:v>1168.5</c:v>
                </c:pt>
                <c:pt idx="10">
                  <c:v>1167.7</c:v>
                </c:pt>
                <c:pt idx="11">
                  <c:v>1159.9</c:v>
                </c:pt>
                <c:pt idx="12">
                  <c:v>1160.9</c:v>
                </c:pt>
                <c:pt idx="13">
                  <c:v>1202.5</c:v>
                </c:pt>
                <c:pt idx="14">
                  <c:v>1270.8</c:v>
                </c:pt>
                <c:pt idx="15">
                  <c:v>1222.6</c:v>
                </c:pt>
                <c:pt idx="16">
                  <c:v>1201.3</c:v>
                </c:pt>
                <c:pt idx="17">
                  <c:v>1197.5</c:v>
                </c:pt>
                <c:pt idx="18">
                  <c:v>1187.6</c:v>
                </c:pt>
                <c:pt idx="19">
                  <c:v>1180.3</c:v>
                </c:pt>
                <c:pt idx="20">
                  <c:v>1145.3</c:v>
                </c:pt>
                <c:pt idx="21">
                  <c:v>1114.6</c:v>
                </c:pt>
                <c:pt idx="22">
                  <c:v>1116.4</c:v>
                </c:pt>
                <c:pt idx="23">
                  <c:v>1134.9</c:v>
                </c:pt>
                <c:pt idx="24">
                  <c:v>1143.6</c:v>
                </c:pt>
                <c:pt idx="25">
                  <c:v>1157.7</c:v>
                </c:pt>
                <c:pt idx="26">
                  <c:v>1127.5</c:v>
                </c:pt>
                <c:pt idx="27">
                  <c:v>1051.4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Middle (SMA 20)</c:v>
                </c:pt>
              </c:strCache>
            </c:strRef>
          </c:tx>
          <c:spPr>
            <a:solidFill>
              <a:srgbClr val="1B998B"/>
            </a:solidFill>
            <a:ln w="25400" cap="flat">
              <a:solidFill>
                <a:srgbClr val="1B99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998B"/>
              </a:solidFill>
              <a:ln w="9525" cap="flat">
                <a:solidFill>
                  <a:srgbClr val="1B99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Sheet1!$D$2:$D$29</c:f>
              <c:numCache>
                <c:formatCode>General</c:formatCode>
                <c:ptCount val="28"/>
                <c:pt idx="0">
                  <c:v>1217.71</c:v>
                </c:pt>
                <c:pt idx="1">
                  <c:v>1210.03</c:v>
                </c:pt>
                <c:pt idx="2">
                  <c:v>1199.51</c:v>
                </c:pt>
                <c:pt idx="3">
                  <c:v>1189.5</c:v>
                </c:pt>
                <c:pt idx="4">
                  <c:v>1180.69</c:v>
                </c:pt>
                <c:pt idx="5">
                  <c:v>1174.9</c:v>
                </c:pt>
                <c:pt idx="6">
                  <c:v>1168.93</c:v>
                </c:pt>
                <c:pt idx="7">
                  <c:v>1164.56</c:v>
                </c:pt>
                <c:pt idx="8">
                  <c:v>1161.25</c:v>
                </c:pt>
                <c:pt idx="9">
                  <c:v>1161.95</c:v>
                </c:pt>
                <c:pt idx="10">
                  <c:v>1161.82</c:v>
                </c:pt>
                <c:pt idx="11">
                  <c:v>1162.21</c:v>
                </c:pt>
                <c:pt idx="12">
                  <c:v>1161.88</c:v>
                </c:pt>
                <c:pt idx="13">
                  <c:v>1162.91</c:v>
                </c:pt>
                <c:pt idx="14">
                  <c:v>1168.04</c:v>
                </c:pt>
                <c:pt idx="15">
                  <c:v>1170.26</c:v>
                </c:pt>
                <c:pt idx="16">
                  <c:v>1171.96</c:v>
                </c:pt>
                <c:pt idx="17">
                  <c:v>1173.7</c:v>
                </c:pt>
                <c:pt idx="18">
                  <c:v>1174.12</c:v>
                </c:pt>
                <c:pt idx="19">
                  <c:v>1174.29</c:v>
                </c:pt>
                <c:pt idx="20">
                  <c:v>1174.54</c:v>
                </c:pt>
                <c:pt idx="21">
                  <c:v>1174.12</c:v>
                </c:pt>
                <c:pt idx="22">
                  <c:v>1175.18</c:v>
                </c:pt>
                <c:pt idx="23">
                  <c:v>1175.98</c:v>
                </c:pt>
                <c:pt idx="24">
                  <c:v>1176.04</c:v>
                </c:pt>
                <c:pt idx="25">
                  <c:v>1174.08</c:v>
                </c:pt>
                <c:pt idx="26">
                  <c:v>1170.76</c:v>
                </c:pt>
                <c:pt idx="27">
                  <c:v>1164.28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Lower Band</c:v>
                </c:pt>
              </c:strCache>
            </c:strRef>
          </c:tx>
          <c:spPr>
            <a:solidFill>
              <a:srgbClr val="94A3B8"/>
            </a:solidFill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Sheet1!$A$2:$A$29</c:f>
              <c:multiLvlStrCache>
                <c:ptCount val="28"/>
                <c:lvl>
                  <c:pt idx="0">
                    <c:v>12-May</c:v>
                  </c:pt>
                  <c:pt idx="1">
                    <c:v>13-May</c:v>
                  </c:pt>
                  <c:pt idx="2">
                    <c:v>14-May</c:v>
                  </c:pt>
                  <c:pt idx="3">
                    <c:v>15-May</c:v>
                  </c:pt>
                  <c:pt idx="4">
                    <c:v>18-May</c:v>
                  </c:pt>
                  <c:pt idx="5">
                    <c:v>19-May</c:v>
                  </c:pt>
                  <c:pt idx="6">
                    <c:v>20-May</c:v>
                  </c:pt>
                  <c:pt idx="7">
                    <c:v>21-May</c:v>
                  </c:pt>
                  <c:pt idx="8">
                    <c:v>22-May</c:v>
                  </c:pt>
                  <c:pt idx="9">
                    <c:v>25-May</c:v>
                  </c:pt>
                  <c:pt idx="10">
                    <c:v>26-May</c:v>
                  </c:pt>
                  <c:pt idx="11">
                    <c:v>27-May</c:v>
                  </c:pt>
                  <c:pt idx="12">
                    <c:v>29-May</c:v>
                  </c:pt>
                  <c:pt idx="13">
                    <c:v>01-Jun</c:v>
                  </c:pt>
                  <c:pt idx="14">
                    <c:v>02-Jun</c:v>
                  </c:pt>
                  <c:pt idx="15">
                    <c:v>03-Jun</c:v>
                  </c:pt>
                  <c:pt idx="16">
                    <c:v>04-Jun</c:v>
                  </c:pt>
                  <c:pt idx="17">
                    <c:v>05-Jun</c:v>
                  </c:pt>
                  <c:pt idx="18">
                    <c:v>08-Jun</c:v>
                  </c:pt>
                  <c:pt idx="19">
                    <c:v>09-Jun</c:v>
                  </c:pt>
                  <c:pt idx="20">
                    <c:v>10-Jun</c:v>
                  </c:pt>
                  <c:pt idx="21">
                    <c:v>11-Jun</c:v>
                  </c:pt>
                  <c:pt idx="22">
                    <c:v>12-Jun</c:v>
                  </c:pt>
                  <c:pt idx="23">
                    <c:v>15-Jun</c:v>
                  </c:pt>
                  <c:pt idx="24">
                    <c:v>16-Jun</c:v>
                  </c:pt>
                  <c:pt idx="25">
                    <c:v>17-Jun</c:v>
                  </c:pt>
                  <c:pt idx="26">
                    <c:v>18-Jun</c:v>
                  </c:pt>
                  <c:pt idx="27">
                    <c:v>19-Jun</c:v>
                  </c:pt>
                </c:lvl>
              </c:multiLvlStrCache>
            </c:multiLvlStrRef>
          </c:cat>
          <c:val>
            <c:numRef>
              <c:f>Sheet1!$E$2:$E$29</c:f>
              <c:numCache>
                <c:formatCode>General</c:formatCode>
                <c:ptCount val="28"/>
                <c:pt idx="0">
                  <c:v>1086.6</c:v>
                </c:pt>
                <c:pt idx="1">
                  <c:v>1075.69</c:v>
                </c:pt>
                <c:pt idx="2">
                  <c:v>1063.73</c:v>
                </c:pt>
                <c:pt idx="3">
                  <c:v>1061.18</c:v>
                </c:pt>
                <c:pt idx="4">
                  <c:v>1065.55</c:v>
                </c:pt>
                <c:pt idx="5">
                  <c:v>1076.43</c:v>
                </c:pt>
                <c:pt idx="6">
                  <c:v>1092.77</c:v>
                </c:pt>
                <c:pt idx="7">
                  <c:v>1103.19</c:v>
                </c:pt>
                <c:pt idx="8">
                  <c:v>1110.4</c:v>
                </c:pt>
                <c:pt idx="9">
                  <c:v>1111.1</c:v>
                </c:pt>
                <c:pt idx="10">
                  <c:v>1111.04</c:v>
                </c:pt>
                <c:pt idx="11">
                  <c:v>1111.62</c:v>
                </c:pt>
                <c:pt idx="12">
                  <c:v>1111.34</c:v>
                </c:pt>
                <c:pt idx="13">
                  <c:v>1110</c:v>
                </c:pt>
                <c:pt idx="14">
                  <c:v>1097.2</c:v>
                </c:pt>
                <c:pt idx="15">
                  <c:v>1095.61</c:v>
                </c:pt>
                <c:pt idx="16">
                  <c:v>1096.12</c:v>
                </c:pt>
                <c:pt idx="17">
                  <c:v>1097.2</c:v>
                </c:pt>
                <c:pt idx="18">
                  <c:v>1097.41</c:v>
                </c:pt>
                <c:pt idx="19">
                  <c:v>1097.54</c:v>
                </c:pt>
                <c:pt idx="20">
                  <c:v>1098.2</c:v>
                </c:pt>
                <c:pt idx="21">
                  <c:v>1096.55</c:v>
                </c:pt>
                <c:pt idx="22">
                  <c:v>1101.52</c:v>
                </c:pt>
                <c:pt idx="23">
                  <c:v>1104.45</c:v>
                </c:pt>
                <c:pt idx="24">
                  <c:v>1104.6</c:v>
                </c:pt>
                <c:pt idx="25">
                  <c:v>1102.89</c:v>
                </c:pt>
                <c:pt idx="26">
                  <c:v>1097.42</c:v>
                </c:pt>
                <c:pt idx="27">
                  <c:v>1074.61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0"/>
          <c:min val="1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475569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Analysis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(INFY) — NSE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09728" cy="1097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3611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Patterns  ·  Moving Averages  ·  RSI / MACD / Bollinger Bands  ·  Grand Checklist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— Summer Project: Stock Market Prediction Using LSTM &amp; RL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Patterns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INFY's recent price action through real OHLC candles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5-day SMA and EMA, plus a next-value prediction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03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023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RSI, MACD and Bollinger Bands on the same stock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846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Checklist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checks applied together to judge the stock's setup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Candlestick Patterns Identified (21 May – 19 Jun 2026)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06240"/>
        </p:xfrm>
        <a:graphic>
          <a:graphicData uri="http://schemas.openxmlformats.org/drawingml/2006/table">
            <a:tbl>
              <a:tblPr/>
              <a:tblGrid>
                <a:gridCol w="1371600"/>
                <a:gridCol w="3657600"/>
                <a:gridCol w="2743200"/>
                <a:gridCol w="3291840"/>
              </a:tblGrid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Candle Behaviour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27–29 May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lows near 1153–1160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test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Buyers defending a price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 Jun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= Low, Close near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Bullish Marubozu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Aggressive one-sided buying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03–11 Jun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Eight straight lower closes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downtrend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reversal candle, steady selling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Jun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 body, shadows both sides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Spinning Top / Doji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Indecision — often a pause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Jun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= High, closes near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Bearish Marubozu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selling from the 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Jun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gap down, partial recovery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Gap-down + Hammer-like tail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Panic selling, slight buying at lows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12 Jun spinning top briefly paused the slide, but the 18–19 Jun candles confirmed sellers were back in control.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Moving Averages — 5-Day SMA vs EMA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138160" y="1463040"/>
            <a:ext cx="3474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reacts faster than SMA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 weighs the most recent price more heavily.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19 Jun crash: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EMA(5) fell to 1110.73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SMA(5) only fell to 1123.02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the Next Value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latest EMA as the proxy for tomorrow's close — since EMA already weighs recent prices most heavily.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₹1,051.40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Close (19 Jun)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₹1,123.02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4805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SMA (5)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₹1,110.73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296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EMA (5)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₹1,110.73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3152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Close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8056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₹1,118.19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48056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SMA (5)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₹1,110.73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229600" y="4800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Next EMA (5)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RSI (14) — Overbought / Oversold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595360" y="146304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May dip: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27.64 — touched oversold,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rebounded afterwards.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 close: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32.04 — close to oversold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again, but hasn't crossed yet.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MACD (12, 26, 9) — Momentum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595360" y="1325880"/>
            <a:ext cx="3017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Jun: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crosses above 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(bullish) — after the rally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already happened.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Jun: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crosses below 0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(bearish) — a week before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 Jun crash.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Bollinger Bands (20, 2)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8638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595360" y="1325880"/>
            <a:ext cx="3017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 tightened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early June as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April's volatility rolled out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20-day window.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Jun: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(1051.40) fell below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Lower Band (1074.61) —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volatility shock.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The Grand Checklist — Six Confirmations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Candlestick Pattern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only when the chart forms a recognisable candle pattern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16459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69480" y="14630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Resistance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18288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Stoploss should sit around a real S&amp;R level, not a random number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154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2971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3375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Above-average volume on the signal day confirms real conviction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46520" y="3154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269480" y="2971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Theory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333756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primary trend, secondary moves, and index-wide confirmation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3434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663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600200" y="44805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0200" y="48463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/ MACD / Bollinger Bands should agree with the trade idea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3434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46520" y="4663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4663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69480" y="448056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: Risk Ratio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69480" y="484632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should aim as high as possible; active traders, 1.5+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Applied to INFY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35608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25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38328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Spinning top (12 Jun), near-Marubozu x2, gap-down crash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01168" cy="201168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391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Resistance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383280" y="2039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1153–1160 support broken — new 52-wk low at 1030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201168" cy="20116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75234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27523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May &amp; 19 Jun both 3–4x average — genuine conviction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201168" cy="201168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655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Theory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83280" y="346557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trend bearish (-35% in a year); Nifty IT fell too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88536"/>
            <a:ext cx="201168" cy="201168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7880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83280" y="4178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&amp; Bollinger Bands bearish; RSI close to oversold, not there yet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01768"/>
            <a:ext cx="201168" cy="201168"/>
          </a:xfrm>
          <a:prstGeom prst="ellipse">
            <a:avLst/>
          </a:prstGeom>
          <a:solidFill>
            <a:srgbClr val="DBAA1E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892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: Risk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383280" y="4892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 18 Jun → RRR 4.94 (strong). Bottom-fish on 19 Jun → RRR 1.39 (weak)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 on the list points the same way — this is a confirmed downtrend, not a stock-specific blip.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10515600" cy="3291840"/>
          </a:xfrm>
          <a:prstGeom prst="roundRect">
            <a:avLst>
              <a:gd name="adj" fmla="val 2778"/>
            </a:avLst>
          </a:prstGeom>
          <a:solidFill>
            <a:srgbClr val="26326B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651760"/>
            <a:ext cx="97840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 does not yet support a high-conviction “buy the dip” trade.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staying cautious or looking for short setups, until either: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actually breaks below 30 and recovers back above it, or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dries up on a quiet, low-range day — a sign sellers are exhausted.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Analysis - Infosys (INFY)</dc:title>
  <dc:subject>PptxGenJS Presentation</dc:subject>
  <dc:creator>Dhruv</dc:creator>
  <cp:lastModifiedBy>Dhruv</cp:lastModifiedBy>
  <cp:revision>1</cp:revision>
  <dcterms:created xsi:type="dcterms:W3CDTF">2026-06-24T10:04:45Z</dcterms:created>
  <dcterms:modified xsi:type="dcterms:W3CDTF">2026-06-24T10:04:45Z</dcterms:modified>
</cp:coreProperties>
</file>